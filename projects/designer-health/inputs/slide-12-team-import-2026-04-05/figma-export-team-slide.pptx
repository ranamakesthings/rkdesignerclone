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xmlns=""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Montserrat"/>
      <p:regular r:id="rId8"/>
    </p:embeddedFont>
    <p:embeddedFont>
      <p:font typeface="Inter"/>
      <p:regular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xmlns="" Id="rId8" Type="http://schemas.openxmlformats.org/officeDocument/2006/relationships/font" Target="fonts/rId8.fntdata"/><Relationship xmlns="" Id="rId9" Type="http://schemas.openxmlformats.org/officeDocument/2006/relationships/font" Target="fonts/rId9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Team</a:t>
            </a:r>
            <a:endParaRPr lang="en-US" sz="171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710" spc="-34" kern="0" dirty="0">
                <a:solidFill>
                  <a:srgbClr val="00000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by people who understand the visit</a:t>
            </a:r>
            <a:endParaRPr lang="en-US" sz="1710" dirty="0"/>
          </a:p>
        </p:txBody>
      </p:sp>
      <p:sp>
        <p:nvSpPr>
          <p:cNvPr id="3" name="Text 1"/>
          <p:cNvSpPr/>
          <p:nvPr/>
        </p:nvSpPr>
        <p:spPr>
          <a:xfrm>
            <a:off x="695325" y="161925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E03E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12: REVISED DRAFT 3/23/26</a:t>
            </a:r>
            <a:endParaRPr lang="en-US" sz="128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43838" y="4038600"/>
            <a:ext cx="962025" cy="9620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rot="0">
            <a:off x="533400" y="4724400"/>
            <a:ext cx="7310438" cy="0"/>
          </a:xfrm>
          <a:prstGeom prst="line">
            <a:avLst/>
          </a:prstGeom>
          <a:noFill/>
          <a:ln w="9049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29163" y="1690688"/>
            <a:ext cx="1753791" cy="1666875"/>
          </a:xfrm>
          <a:prstGeom prst="rect">
            <a:avLst/>
          </a:prstGeom>
          <a:noFill/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98839" y="1690688"/>
            <a:ext cx="1214438" cy="12096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29163" y="2976563"/>
            <a:ext cx="17537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Founder</a:t>
            </a:r>
            <a:endParaRPr lang="en-US" sz="855" dirty="0"/>
          </a:p>
        </p:txBody>
      </p:sp>
      <p:sp>
        <p:nvSpPr>
          <p:cNvPr id="9" name="Text 5"/>
          <p:cNvSpPr/>
          <p:nvPr/>
        </p:nvSpPr>
        <p:spPr>
          <a:xfrm>
            <a:off x="4729163" y="3205163"/>
            <a:ext cx="17537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Rana Kabeer, MD, MPH</a:t>
            </a:r>
            <a:endParaRPr lang="en-US" sz="855" dirty="0"/>
          </a:p>
        </p:txBody>
      </p:sp>
      <p:sp>
        <p:nvSpPr>
          <p:cNvPr id="10" name="Shape 6"/>
          <p:cNvSpPr/>
          <p:nvPr/>
        </p:nvSpPr>
        <p:spPr>
          <a:xfrm>
            <a:off x="6691313" y="2976563"/>
            <a:ext cx="1753791" cy="381000"/>
          </a:xfrm>
          <a:prstGeom prst="rect">
            <a:avLst/>
          </a:prstGeom>
          <a:noFill/>
          <a:ln/>
        </p:spPr>
      </p:sp>
      <p:sp>
        <p:nvSpPr>
          <p:cNvPr id="11" name="Text 7"/>
          <p:cNvSpPr/>
          <p:nvPr/>
        </p:nvSpPr>
        <p:spPr>
          <a:xfrm>
            <a:off x="6691313" y="2976563"/>
            <a:ext cx="17537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Founder</a:t>
            </a:r>
            <a:endParaRPr lang="en-US" sz="855" dirty="0"/>
          </a:p>
        </p:txBody>
      </p:sp>
      <p:sp>
        <p:nvSpPr>
          <p:cNvPr id="12" name="Text 8"/>
          <p:cNvSpPr/>
          <p:nvPr/>
        </p:nvSpPr>
        <p:spPr>
          <a:xfrm>
            <a:off x="6691313" y="3205163"/>
            <a:ext cx="17537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Kristian Black, MD, MS</a:t>
            </a:r>
            <a:endParaRPr lang="en-US" sz="855" dirty="0"/>
          </a:p>
        </p:txBody>
      </p:sp>
      <p:sp>
        <p:nvSpPr>
          <p:cNvPr id="13" name="Shape 9"/>
          <p:cNvSpPr/>
          <p:nvPr/>
        </p:nvSpPr>
        <p:spPr>
          <a:xfrm>
            <a:off x="400050" y="1690688"/>
            <a:ext cx="1753791" cy="1666875"/>
          </a:xfrm>
          <a:prstGeom prst="rect">
            <a:avLst/>
          </a:prstGeom>
          <a:noFill/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9727" y="1690688"/>
            <a:ext cx="1214438" cy="12096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00050" y="2976563"/>
            <a:ext cx="17537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Founder - CEO</a:t>
            </a:r>
            <a:endParaRPr lang="en-US" sz="855" dirty="0"/>
          </a:p>
        </p:txBody>
      </p:sp>
      <p:sp>
        <p:nvSpPr>
          <p:cNvPr id="16" name="Text 11"/>
          <p:cNvSpPr/>
          <p:nvPr/>
        </p:nvSpPr>
        <p:spPr>
          <a:xfrm>
            <a:off x="400050" y="3205163"/>
            <a:ext cx="17537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Yashar Niknafs, MD, PhD</a:t>
            </a:r>
            <a:endParaRPr lang="en-US" sz="855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898577" y="1690688"/>
            <a:ext cx="1214438" cy="12096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628900" y="2976563"/>
            <a:ext cx="17537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Founder</a:t>
            </a:r>
            <a:endParaRPr lang="en-US" sz="855" dirty="0"/>
          </a:p>
        </p:txBody>
      </p:sp>
      <p:sp>
        <p:nvSpPr>
          <p:cNvPr id="19" name="Text 13"/>
          <p:cNvSpPr/>
          <p:nvPr/>
        </p:nvSpPr>
        <p:spPr>
          <a:xfrm>
            <a:off x="2628900" y="3205163"/>
            <a:ext cx="17537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Balaji Pandian, MD, MBA</a:t>
            </a:r>
            <a:endParaRPr lang="en-US" sz="855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958013" y="1690688"/>
            <a:ext cx="1214438" cy="12096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2026-04-05T19:50:51Z</dcterms:created>
  <dcterms:modified xsi:type="dcterms:W3CDTF">2026-04-05T19:50:51Z</dcterms:modified>
</cp:coreProperties>
</file>